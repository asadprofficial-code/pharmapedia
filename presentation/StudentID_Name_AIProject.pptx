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697480"/>
            <a:ext cx="1097280" cy="109728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</a:rPr>
              <a:t>PharmaPedia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0">
                <a:solidFill>
                  <a:srgbClr val="FFC54D"/>
                </a:solidFill>
              </a:rPr>
              <a:t>A 2D pharmacy learning game (Demonstration)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</a:rPr>
              <a:t>Student name: ____________________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</a:rPr>
              <a:t>Student ID: ____________________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</a:rPr>
              <a:t>Class / Section: Pharm-D ________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</a:rPr>
              <a:t>Pharm-D IT Lab – Assignment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9D6E6"/>
                </a:solidFill>
              </a:rPr>
              <a:t>Student project for the Pharm-D, IT lab. Not medical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</a:rPr>
              <a:t>What the project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Student project for the Pharm-D, IT lab. Not medical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0">
                <a:solidFill>
                  <a:srgbClr val="12233B"/>
                </a:solidFill>
              </a:rPr>
              <a:t>•  A browser game that teaches 15 common medicines and their drug classes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2233B"/>
                </a:solidFill>
              </a:rPr>
              <a:t>•  Players match a medicine to its class, or a class to its medicine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2233B"/>
                </a:solidFill>
              </a:rPr>
              <a:t>•  For Pharm-D students revising pharmacology before quizzes and exams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2233B"/>
                </a:solidFill>
              </a:rPr>
              <a:t>•  Works on laptop and mobile, online or offline, with no login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Student project for the Pharm-D, IT lab. Not medical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0">
                <a:solidFill>
                  <a:srgbClr val="12233B"/>
                </a:solidFill>
              </a:rPr>
              <a:t>•  Recognise the drug class of 15 commonly used medicines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2233B"/>
                </a:solidFill>
              </a:rPr>
              <a:t>•  Link each medicine to its main use (indication)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2233B"/>
                </a:solidFill>
              </a:rPr>
              <a:t>•  Learn from mistakes through instant feedback and an end-of-game review</a:t>
            </a:r>
          </a:p>
          <a:p>
            <a:pPr>
              <a:spcAft>
                <a:spcPts val="1400"/>
              </a:spcAft>
            </a:pPr>
            <a:r>
              <a:rPr sz="2800" b="0">
                <a:solidFill>
                  <a:srgbClr val="12233B"/>
                </a:solidFill>
              </a:rPr>
              <a:t>•  Make revision fun with points, streaks and a star 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</a:rPr>
              <a:t>AI tools used and how they helped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Student project for the Pharm-D, IT lab. Not medical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2233B"/>
                </a:solidFill>
              </a:rPr>
              <a:t>•  Claude (Anthropic) – AI coding assistant: wrote the HTML, CSS and JavaScript, the screens, scoring and feedback logic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2233B"/>
                </a:solidFill>
              </a:rPr>
              <a:t>•  AI also helped test the game by playing it start to finish 3 times on laptop and mobile sizes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2233B"/>
                </a:solidFill>
              </a:rPr>
              <a:t>•  The pharmacy content was written and checked by me against my notes and references – not invented by AI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2233B"/>
                </a:solidFill>
              </a:rPr>
              <a:t>•  AI declaration: AI arranged the content; I supplied and verified every medicine fact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</a:rP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Student project for the Pharm-D, IT lab. Not medical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5</a:t>
            </a:r>
          </a:p>
        </p:txBody>
      </p:sp>
      <p:pic>
        <p:nvPicPr>
          <p:cNvPr id="7" name="Picture 6" descr="mobile-1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152" y="1463040"/>
            <a:ext cx="1859135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77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2B5A5"/>
                </a:solidFill>
              </a:rPr>
              <a:t>1. Start screen + disclaimer</a:t>
            </a:r>
          </a:p>
        </p:txBody>
      </p:sp>
      <p:pic>
        <p:nvPicPr>
          <p:cNvPr id="9" name="Picture 8" descr="mobile-3-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632" y="1463040"/>
            <a:ext cx="1859135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5577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2B5A5"/>
                </a:solidFill>
              </a:rPr>
              <a:t>2. Instant feedback + scoring</a:t>
            </a:r>
          </a:p>
        </p:txBody>
      </p:sp>
      <p:pic>
        <p:nvPicPr>
          <p:cNvPr id="11" name="Picture 10" descr="mobile-2-stu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3112" y="1463040"/>
            <a:ext cx="1859135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5577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2B5A5"/>
                </a:solidFill>
              </a:rPr>
              <a:t>3. Study cards (flip to learn)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</a:rPr>
              <a:t>The game in play and the score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Student project for the Pharm-D, IT lab. Not medical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6</a:t>
            </a:r>
          </a:p>
        </p:txBody>
      </p:sp>
      <p:pic>
        <p:nvPicPr>
          <p:cNvPr id="7" name="Picture 6" descr="desktop-4-w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577840" cy="3747611"/>
          </a:xfrm>
          <a:prstGeom prst="rect">
            <a:avLst/>
          </a:prstGeom>
        </p:spPr>
      </p:pic>
      <p:pic>
        <p:nvPicPr>
          <p:cNvPr id="8" name="Picture 7" descr="desktop-5-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918" y="1463040"/>
            <a:ext cx="4585842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778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2B5A5"/>
                </a:solidFill>
              </a:rPr>
              <a:t>Wrong answer: shows the correct answer +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5778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2B5A5"/>
                </a:solidFill>
              </a:rPr>
              <a:t>Results: score, stars and a review of all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</a:rPr>
              <a:t>Sources and AI declaration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Student project for the Pharm-D, IT lab. Not medical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>
                <a:solidFill>
                  <a:srgbClr val="12233B"/>
                </a:solidFill>
              </a:rPr>
              <a:t>•  Pharmacology lecture notes – __________ (course / topic)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2233B"/>
                </a:solidFill>
              </a:rPr>
              <a:t>•  British National Formulary (BNF) – edition ____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2233B"/>
                </a:solidFill>
              </a:rPr>
              <a:t>•  Katzung, Basic &amp; Clinical Pharmacology – edition ____, chapters ____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2233B"/>
                </a:solidFill>
              </a:rPr>
              <a:t>•  AI: Claude was used for code only. All medicine facts were checked by 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12B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</a:rPr>
              <a:t>What worked, what did not, what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Student project for the Pharm-D, IT lab. Not medical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>
                <a:solidFill>
                  <a:srgbClr val="12233B"/>
                </a:solidFill>
              </a:rPr>
              <a:t>•  Worked: all screens, scoring, feedback and study cards run on laptop and mobile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2233B"/>
                </a:solidFill>
              </a:rPr>
              <a:t>•  Challenge: keeping every answer unique so there is only one correct option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2233B"/>
                </a:solidFill>
              </a:rPr>
              <a:t>•  Next: add more medicines and a timed mode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12233B"/>
                </a:solidFill>
              </a:rPr>
              <a:t>•  Next: a second round type matching medicines to their main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